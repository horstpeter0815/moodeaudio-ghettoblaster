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6"/>
    <p:restoredTop sz="94602"/>
  </p:normalViewPr>
  <p:slideViewPr>
    <p:cSldViewPr snapToGrid="0" snapToObjects="1">
      <p:cViewPr varScale="1">
        <p:scale>
          <a:sx n="115" d="100"/>
          <a:sy n="115" d="100"/>
        </p:scale>
        <p:origin x="7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088B1-CC65-0547-92DA-F94A9103C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CADEF5-417B-ED4A-B852-0B1E8FD87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B43C95-F22C-5644-B739-8DB9B505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D7F511-63C5-0D46-8683-9D040A8FE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CB077E-FCF8-7948-89AB-9D9399D9B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73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1D402D-578C-7642-9858-801DE336A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0B752-B9AA-914E-A84B-C4D043766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26BA68-710F-0C41-A378-A8986614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8C670B-47ED-104B-A285-C2CAA241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D23AFA-ED7E-F54D-AAE2-A3965FEC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572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7ED1CA-9472-0143-843A-C041FE079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66D18A-9573-AD44-8078-7DA1541F9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5EB635-4138-CC4B-A1E8-9B2C9B6F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166602-ED62-E947-B0A1-249A0CB9F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551B3B-55F7-1F4C-873A-33CD7474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310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B5664-32DE-C646-BDD1-C29F85A4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C18807-7196-2B4F-8654-9DFC7803B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8A6BB4-9EDC-4D40-BAE0-B8B378AA1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EA69BA-F17B-6245-956A-13FD3970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C59B1D-66EC-2F41-8BA4-6129E414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83A8EC-6228-424E-9413-4EE47E2F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03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4B844-B672-5446-B6B2-C839C66D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72DB0A-25D5-4E43-95F1-F23FEA302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1A8A48-D34D-934E-A1CA-46AEDD4F8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29572D0-3A4E-1A4F-B603-875DC0393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C735A14-6596-584F-A67B-E8ADF61A8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882021C-D316-5848-A378-AC27B5A8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77C549-3AFB-9340-9225-B8F892B2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FF7D47-7575-F140-BD0F-66D6C2F2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115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7EA25-A00B-CE4C-A4B3-6753BD2A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5377C2-0D85-6C46-B7E8-1FE235EB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3F0EAC-A7EB-F640-9028-ACD1744B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B92229-1646-5842-8C06-252C93E9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8FC3E0-3EBA-E545-9224-9852A95E8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2814267-1871-BD43-A41A-270E94D6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31E44A-C779-E34F-A32A-6A45DE5A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96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CCD296-758F-CB4D-927A-A74ECBBE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9015F5-7F3A-BD40-A6A2-CF1C373A4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89FA53-84ED-2447-B9B7-E3CD92681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CDA83A-D80B-AF48-8FE5-F1E405E2B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C0C5306-6CC3-8D46-B9AD-32BF5DD68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626EBB-24BE-F84B-9634-1D117F42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942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12ECD1-7817-5941-9DF5-846B29D7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8531DA-8F18-164B-A62A-4AA8A2D0E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CD892F-2548-D14B-AA35-8E6AADE51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04F05C-F876-C54E-9AE7-B9CAA88C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E34D8C-6D57-FB49-ABFD-217A4D1A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520500-F6CF-9B42-ACA6-B38CC53D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72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4E2EB9-9F39-EB40-90F5-0213C3B24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C6C4105-FBEF-3B4D-BBEA-1B89A0FC9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5E8390-6BB8-4042-884E-046DC85D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A7CE82-2B13-7148-BCDF-12599174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48BC3C-E02B-A04C-858C-9D577386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37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0EF54A-91F2-A04E-A789-1ECC33080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6F8BBF-E9F4-6A47-8664-7C8BE7FAA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393688-C782-D947-B623-FD9EFCF1B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F31C5D-9F97-0B4E-AD86-A3BFE285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A15AAE-C90D-8044-8337-B2FA7747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365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DCBFB9-156B-874A-894C-5B0A75EE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3A41E3-9E1C-7041-B934-9E4C8D84A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DE54CD-7808-7E44-9FEE-5C0BD3021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CF231-210F-6340-9861-E646E623BF1A}" type="datetimeFigureOut">
              <a:rPr lang="de-DE" smtClean="0"/>
              <a:t>29.05.24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0925D9-0AD1-054C-BB67-AF1E7AB45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ED7EB3-A43B-5945-83D5-2A10CB47E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5E7A4-F0BB-3344-8704-D164975A5C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900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774F4EE-5CD4-524E-8913-6CC3DBE5C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87"/>
            <a:ext cx="11971606" cy="704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16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Microsoft Office User</cp:lastModifiedBy>
  <cp:revision>1</cp:revision>
  <dcterms:created xsi:type="dcterms:W3CDTF">2024-05-29T17:46:01Z</dcterms:created>
  <dcterms:modified xsi:type="dcterms:W3CDTF">2024-05-29T17:58:10Z</dcterms:modified>
</cp:coreProperties>
</file>